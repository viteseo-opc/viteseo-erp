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D25FF5-ADD9-4EE3-88EA-9E663ED721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3C3C3F-9019-4323-96D0-CC006C48CF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PH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PH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PH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PH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PH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PH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PH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PH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PH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5AA9D56-97D2-43BD-82A7-3055838324C3}" type="slidenum">
              <a:rPr b="0" lang="en-PH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PH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Viteseo deck fixture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PH" sz="1800" spc="-1" strike="noStrike">
                <a:solidFill>
                  <a:srgbClr val="000000"/>
                </a:solidFill>
                <a:latin typeface="Arial"/>
              </a:rPr>
              <a:t>Second slide</a:t>
            </a:r>
            <a:endParaRPr b="0" lang="en-PH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en-PH</dc:language>
  <cp:lastModifiedBy/>
  <cp:revision>0</cp:revision>
  <dc:subject/>
  <dc:title/>
</cp:coreProperties>
</file>